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Nguồn: artifacts/full100/20261015/data/manifest.json và independent_final_audit.json. Validation: 5 người từ dev-clean, 3 enrollment + 9 query/người.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bằng giọng nói trên ESP32-S3: so sánh supervised và KD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2026-10-20T09:49:04Z</dcterms:created>
  <dcterms:modified xsi:type="dcterms:W3CDTF">2026-10-20T09:49:04Z</dcterms:modified>
</cp:coreProperties>
</file>