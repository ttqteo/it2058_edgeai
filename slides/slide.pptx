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bằng giọng nói trên ESP32-S3: so sánh supervised và KD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2026-10-19T17:06:45Z</dcterms:created>
  <dcterms:modified xsi:type="dcterms:W3CDTF">2026-10-19T17:06:45Z</dcterms:modified>
</cp:coreProperties>
</file>