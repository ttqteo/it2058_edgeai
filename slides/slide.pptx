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artifacts/full100/20261015/data/manifest.json và independent_final_audit.json. Validation: 5 người từ dev-clean, 3 enrollment + 9 query/người.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Điểm danh bằng giọng nói trên ESP32-S3: so sánh supervised và KD</dc:title>
  <dc:subject>PptxGenJS Presentation</dc:subject>
  <dc:creator>Trần Tú Quang · Tô Huỳnh Minh Tiến · Nguyễn Ấn</dc:creator>
  <cp:lastModifiedBy>Trần Tú Quang · Tô Huỳnh Minh Tiến · Nguyễn Ấn</cp:lastModifiedBy>
  <cp:revision>1</cp:revision>
  <dcterms:created xsi:type="dcterms:W3CDTF">2026-10-20T11:53:18Z</dcterms:created>
  <dcterms:modified xsi:type="dcterms:W3CDTF">2026-10-20T11:53:18Z</dcterms:modified>
</cp:coreProperties>
</file>