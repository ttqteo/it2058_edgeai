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điểm danh bằng giọng nói trên vi điều khiển ESP32-S3 dùng mô hình nén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2026-10-11T16:05:52Z</dcterms:created>
  <dcterms:modified xsi:type="dcterms:W3CDTF">2026-10-11T16:05:52Z</dcterms:modified>
</cp:coreProperties>
</file>